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9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365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3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9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72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29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031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2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7642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52071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64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445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12504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72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80765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75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61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96249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1360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05105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66120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71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350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119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5766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072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951D9E7-087C-49A6-9A4B-C08ABE41567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A3CD24B-AB3A-4802-845A-B7E0498E7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159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37DB-2DF6-74A3-B953-DDFCC2AA9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2698" y="1600677"/>
            <a:ext cx="5064402" cy="2762187"/>
          </a:xfrm>
        </p:spPr>
        <p:txBody>
          <a:bodyPr>
            <a:normAutofit/>
          </a:bodyPr>
          <a:lstStyle/>
          <a:p>
            <a:r>
              <a:rPr lang="en-US" sz="6600" dirty="0"/>
              <a:t>AI Cloud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79A6D-F5BD-BDCA-902A-F400F02FF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2699" y="4495012"/>
            <a:ext cx="3830874" cy="1496616"/>
          </a:xfrm>
        </p:spPr>
        <p:txBody>
          <a:bodyPr>
            <a:normAutofit/>
          </a:bodyPr>
          <a:lstStyle/>
          <a:p>
            <a:r>
              <a:rPr lang="en-US" sz="2000" dirty="0"/>
              <a:t>Local AI.</a:t>
            </a:r>
          </a:p>
          <a:p>
            <a:r>
              <a:rPr lang="en-US" sz="2000" dirty="0"/>
              <a:t>Business-Ready.</a:t>
            </a:r>
          </a:p>
          <a:p>
            <a:r>
              <a:rPr lang="en-US" sz="2000" dirty="0"/>
              <a:t>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2141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118F-1138-4EA1-18C6-3F08094ED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268" y="1074766"/>
            <a:ext cx="6571040" cy="985658"/>
          </a:xfrm>
        </p:spPr>
        <p:txBody>
          <a:bodyPr>
            <a:normAutofit/>
          </a:bodyPr>
          <a:lstStyle/>
          <a:p>
            <a:r>
              <a:rPr lang="en-US" sz="3600" dirty="0"/>
              <a:t>Connect your business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6355-5B4B-08DC-E511-E844D1361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894" y="2269512"/>
            <a:ext cx="5378268" cy="3662734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accent1"/>
                </a:solidFill>
              </a:rPr>
              <a:t>INTERNAL DATA CONNECTIONS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People &amp; HR Records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Customers &amp; CRM Records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Business Processes &amp; Workflows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Documents, Policies &amp; Knowledge Bases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Finance, Inventory &amp; Operational Records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accent1"/>
                </a:solidFill>
              </a:rPr>
              <a:t>EXTERNAL DATA CONNECTIONS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Public Data &amp; Government Sources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Industry Research &amp; Market Intelligence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Approved Partner &amp; Vendor APIs</a:t>
            </a:r>
          </a:p>
        </p:txBody>
      </p:sp>
    </p:spTree>
    <p:extLst>
      <p:ext uri="{BB962C8B-B14F-4D97-AF65-F5344CB8AC3E}">
        <p14:creationId xmlns:p14="http://schemas.microsoft.com/office/powerpoint/2010/main" val="310591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C404-8C4C-6C4E-0F6E-2F88BAE1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8094" y="2138776"/>
            <a:ext cx="2525598" cy="1962149"/>
          </a:xfrm>
        </p:spPr>
        <p:txBody>
          <a:bodyPr>
            <a:noAutofit/>
          </a:bodyPr>
          <a:lstStyle/>
          <a:p>
            <a:r>
              <a:rPr lang="en-US" sz="3600" dirty="0"/>
              <a:t>Control data access.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1123B2-2A73-B0EB-C74E-3908F7B3919A}"/>
              </a:ext>
            </a:extLst>
          </p:cNvPr>
          <p:cNvSpPr txBox="1">
            <a:spLocks/>
          </p:cNvSpPr>
          <p:nvPr/>
        </p:nvSpPr>
        <p:spPr>
          <a:xfrm>
            <a:off x="6096000" y="2269558"/>
            <a:ext cx="5378268" cy="36627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accent1"/>
                </a:solidFill>
              </a:rPr>
              <a:t>SECURITY IS A FIRST-CLASS CITIZEN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Limit data and actions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Record access calls</a:t>
            </a:r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Set policy guardrails</a:t>
            </a:r>
            <a:endParaRPr lang="en-US" sz="1900" dirty="0"/>
          </a:p>
          <a:p>
            <a:pPr marL="285750" indent="-285750">
              <a:spcBef>
                <a:spcPts val="4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Automate notification &amp; response</a:t>
            </a:r>
          </a:p>
        </p:txBody>
      </p:sp>
    </p:spTree>
    <p:extLst>
      <p:ext uri="{BB962C8B-B14F-4D97-AF65-F5344CB8AC3E}">
        <p14:creationId xmlns:p14="http://schemas.microsoft.com/office/powerpoint/2010/main" val="2902431740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31</TotalTime>
  <Words>84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Film Burn</vt:lpstr>
      <vt:lpstr>AI Cloud Lab</vt:lpstr>
      <vt:lpstr>Connect your business data.</vt:lpstr>
      <vt:lpstr>Control data access.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Spear</dc:creator>
  <cp:lastModifiedBy>Garrett Spear</cp:lastModifiedBy>
  <cp:revision>1</cp:revision>
  <dcterms:created xsi:type="dcterms:W3CDTF">2026-10-10T17:49:38Z</dcterms:created>
  <dcterms:modified xsi:type="dcterms:W3CDTF">2026-10-10T18:21:07Z</dcterms:modified>
</cp:coreProperties>
</file>